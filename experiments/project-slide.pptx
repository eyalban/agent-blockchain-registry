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Blockchain Registry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Trustless Financial Infrastructure for AI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registry for AI agents using ERC-8004 standard on Base L2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04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OpenClaw agents deployed on Hetzner VPS, registered autonomously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99816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6265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financial reporting: income statements from on-chain transactions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758184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2102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wallet-agent dictionary with transaction classification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16552"/>
            <a:ext cx="109728" cy="1097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27939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Gasless registration via CDP Paymaster (agents need zero ETH)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F1520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REGISTERED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256032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F1520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606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DEPLOY 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46720" y="347472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F1520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520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REGISTRATION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46720" y="438912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F1520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434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152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3550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agent-registry-seven.vercel.app  |  GitHub: eyalban/agent-blockchain-registry  |  Base Sepolia  |  Hetzner VPS (Nuremberg)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E5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2026-04-16T02:44:49Z</dcterms:created>
  <dcterms:modified xsi:type="dcterms:W3CDTF">2026-04-16T02:44:49Z</dcterms:modified>
</cp:coreProperties>
</file>